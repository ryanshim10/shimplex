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CAF50"/>
                </a:solidFill>
              </a:defRPr>
            </a:pPr>
            <a:r>
              <a:t>Shimplex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616161"/>
                </a:solidFill>
              </a:defRPr>
            </a:pPr>
            <a:r>
              <a:t>개인 AI 클라이언트 / Personal AI 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846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16161"/>
                </a:solidFill>
              </a:defRPr>
            </a:pPr>
            <a:r>
              <a:t>어디서든 실행되는 경량 AI 채팅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16161"/>
                </a:solidFill>
              </a:defRPr>
            </a:pPr>
            <a:r>
              <a:t>github.com/ryanshim10/shimplex | 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왜 Shimplex인가?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8E3C"/>
                </a:solidFill>
              </a:defRPr>
            </a:pPr>
            <a:r>
              <a:t>🔒 개인정보 유출 우려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ChatGPT 등 외부 서비스 의존 시 민감 데이터 노출 위험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8E3C"/>
                </a:solidFill>
              </a:defRPr>
            </a:pPr>
            <a:r>
              <a:t>🔧 복잡한 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Docker, CUDA, 의존성 설치... 진입장벽이 너무 높음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8E3C"/>
                </a:solidFill>
              </a:defRPr>
            </a:pPr>
            <a:r>
              <a:t>💻 플랫폼 종속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Windows용, Mac용 따로 설치해야 하는 번거로움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88E3C"/>
                </a:solidFill>
              </a:defRPr>
            </a:pPr>
            <a:r>
              <a:t>💸 비용 부담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16161"/>
                </a:solidFill>
              </a:defRPr>
            </a:pPr>
            <a:r>
              <a:t>로컬 AI는 고가 GPU 필요, 클라우드는 월 구독료 발생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Shimplex 특징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🌐 범용성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121"/>
                </a:solidFill>
              </a:defRPr>
            </a:pPr>
            <a:r>
              <a:t>Python만 있으면 OK</a:t>
            </a:r>
            <a:br/>
            <a:r>
              <a:t>Windows/Mac/Linux 모두 지원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6459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🔌 유연성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28600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121"/>
                </a:solidFill>
              </a:defRPr>
            </a:pPr>
            <a:r>
              <a:t>OpenAI, Claude, Ollama</a:t>
            </a:r>
            <a:br/>
            <a:r>
              <a:t>모든 주요 LLM 지원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🚀 간편성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121"/>
                </a:solidFill>
              </a:defRPr>
            </a:pPr>
            <a:r>
              <a:t>Docker 없이 실행</a:t>
            </a:r>
            <a:br/>
            <a:r>
              <a:t>'python app.py' 한 줄로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657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CAF50"/>
                </a:solidFill>
              </a:defRPr>
            </a:pPr>
            <a:r>
              <a:t>🛡️ 보안성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42976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400">
                <a:solidFill>
                  <a:srgbClr val="212121"/>
                </a:solidFill>
              </a:defRPr>
            </a:pPr>
            <a:r>
              <a:t>API 키 로컬 관리</a:t>
            </a:r>
            <a:br/>
            <a:r>
              <a:t>외부 노출 최소화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구조 및 시작하기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88E3C"/>
                </a:solidFill>
              </a:defRPr>
            </a:pPr>
            <a:r>
              <a:t>🏗️  아키텍처</a:t>
            </a:r>
          </a:p>
          <a:p>
            <a:pPr>
              <a:spcBef>
                <a:spcPts val="800"/>
              </a:spcBef>
              <a:defRPr sz="1400"/>
            </a:pPr>
            <a:r>
              <a:t>사용자 브라우저 → Shimplex 서버(FastAPI) → 외부 LLM API</a:t>
            </a:r>
          </a:p>
          <a:p>
            <a:pPr>
              <a:spcBef>
                <a:spcPts val="400"/>
              </a:spcBef>
              <a:defRPr sz="1400"/>
            </a:pPr>
            <a:r>
              <a:t>설정: config.json 로컬 파일로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772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8E3C"/>
                </a:solidFill>
              </a:defRPr>
            </a:pPr>
            <a:r>
              <a:t>⚡  빠른 시작</a:t>
            </a:r>
          </a:p>
          <a:p>
            <a:pPr>
              <a:spcBef>
                <a:spcPts val="800"/>
              </a:spcBef>
              <a:defRPr sz="1300">
                <a:latin typeface="Consolas"/>
              </a:defRPr>
            </a:pPr>
            <a:r>
              <a:t>$ git clone https://github.com/ryanshim10/shimplex.git</a:t>
            </a:r>
          </a:p>
          <a:p>
            <a:pPr>
              <a:spcBef>
                <a:spcPts val="400"/>
              </a:spcBef>
              <a:defRPr sz="1300">
                <a:latin typeface="Consolas"/>
              </a:defRPr>
            </a:pPr>
            <a:r>
              <a:t>$ cd shimplex &amp;&amp; ./install.sh</a:t>
            </a:r>
          </a:p>
          <a:p>
            <a:pPr>
              <a:spcBef>
                <a:spcPts val="400"/>
              </a:spcBef>
              <a:defRPr sz="1300">
                <a:latin typeface="Consolas"/>
              </a:defRPr>
            </a:pPr>
            <a:r>
              <a:t>$ python 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CAF50"/>
                </a:solidFill>
              </a:defRPr>
            </a:pPr>
            <a:r>
              <a:t>🎯  github.com/ryanshim10/shimplex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